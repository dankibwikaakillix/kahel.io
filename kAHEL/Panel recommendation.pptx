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4"/>
  </p:sldMasterIdLst>
  <p:notesMasterIdLst>
    <p:notesMasterId r:id="rId17"/>
  </p:notesMasterIdLst>
  <p:sldIdLst>
    <p:sldId id="306" r:id="rId5"/>
    <p:sldId id="307" r:id="rId6"/>
    <p:sldId id="308" r:id="rId7"/>
    <p:sldId id="309" r:id="rId8"/>
    <p:sldId id="316" r:id="rId9"/>
    <p:sldId id="310" r:id="rId10"/>
    <p:sldId id="311" r:id="rId11"/>
    <p:sldId id="312" r:id="rId12"/>
    <p:sldId id="313" r:id="rId13"/>
    <p:sldId id="317" r:id="rId14"/>
    <p:sldId id="314" r:id="rId15"/>
    <p:sldId id="31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92" userDrawn="1">
          <p15:clr>
            <a:srgbClr val="A4A3A4"/>
          </p15:clr>
        </p15:guide>
        <p15:guide id="2" pos="7056" userDrawn="1">
          <p15:clr>
            <a:srgbClr val="A4A3A4"/>
          </p15:clr>
        </p15:guide>
        <p15:guide id="3" orient="horz" pos="3168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5" autoAdjust="0"/>
    <p:restoredTop sz="84967" autoAdjust="0"/>
  </p:normalViewPr>
  <p:slideViewPr>
    <p:cSldViewPr snapToGrid="0">
      <p:cViewPr varScale="1">
        <p:scale>
          <a:sx n="85" d="100"/>
          <a:sy n="85" d="100"/>
        </p:scale>
        <p:origin x="96" y="198"/>
      </p:cViewPr>
      <p:guideLst>
        <p:guide orient="horz" pos="1392"/>
        <p:guide pos="7056"/>
        <p:guide orient="horz" pos="31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A28068-AFBD-4979-B752-9EB6F90B1386}" type="datetimeFigureOut">
              <a:rPr lang="en-US" smtClean="0"/>
              <a:t>9/17/2023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939589-3E79-4C82-AA4A-FE78234FAA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68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l">
              <a:defRPr sz="6000" b="1" i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B787A8-0D67-4B7E-9B48-86BD906AB6B5}"/>
              </a:ext>
            </a:extLst>
          </p:cNvPr>
          <p:cNvCxnSpPr>
            <a:cxnSpLocks/>
          </p:cNvCxnSpPr>
          <p:nvPr/>
        </p:nvCxnSpPr>
        <p:spPr>
          <a:xfrm>
            <a:off x="715890" y="1114050"/>
            <a:ext cx="0" cy="5735637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7802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 Slide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8448" y="594360"/>
            <a:ext cx="6272784" cy="2843784"/>
          </a:xfrm>
        </p:spPr>
        <p:txBody>
          <a:bodyPr anchor="b"/>
          <a:lstStyle>
            <a:lvl1pPr algn="l">
              <a:defRPr sz="5400" b="1" i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1848" y="4700016"/>
            <a:ext cx="5093208" cy="1197864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825845-66DD-4B77-A729-CD97D156FE6C}"/>
              </a:ext>
            </a:extLst>
          </p:cNvPr>
          <p:cNvCxnSpPr>
            <a:cxnSpLocks/>
          </p:cNvCxnSpPr>
          <p:nvPr userDrawn="1"/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raphic 12">
            <a:extLst>
              <a:ext uri="{FF2B5EF4-FFF2-40B4-BE49-F238E27FC236}">
                <a16:creationId xmlns:a16="http://schemas.microsoft.com/office/drawing/2014/main" id="{818B4386-1FCF-4ACE-BE25-AF9CC5E2256F}"/>
              </a:ext>
            </a:extLst>
          </p:cNvPr>
          <p:cNvSpPr/>
          <p:nvPr userDrawn="1"/>
        </p:nvSpPr>
        <p:spPr>
          <a:xfrm>
            <a:off x="82177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" name="Graphic 13">
            <a:extLst>
              <a:ext uri="{FF2B5EF4-FFF2-40B4-BE49-F238E27FC236}">
                <a16:creationId xmlns:a16="http://schemas.microsoft.com/office/drawing/2014/main" id="{19319560-50ED-4963-A2CF-74663239D426}"/>
              </a:ext>
            </a:extLst>
          </p:cNvPr>
          <p:cNvSpPr/>
          <p:nvPr userDrawn="1"/>
        </p:nvSpPr>
        <p:spPr>
          <a:xfrm>
            <a:off x="78590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E5ABBDAD-943D-48F3-9C80-B29C48966C79}"/>
              </a:ext>
            </a:extLst>
          </p:cNvPr>
          <p:cNvSpPr/>
          <p:nvPr userDrawn="1"/>
        </p:nvSpPr>
        <p:spPr>
          <a:xfrm>
            <a:off x="78434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7906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34120D15-E48C-4FBE-BB95-24DB36D9F4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366432" y="2530058"/>
            <a:ext cx="3707972" cy="3707971"/>
          </a:xfrm>
          <a:custGeom>
            <a:avLst/>
            <a:gdLst>
              <a:gd name="connsiteX0" fmla="*/ 1853986 w 3707972"/>
              <a:gd name="connsiteY0" fmla="*/ 0 h 3707971"/>
              <a:gd name="connsiteX1" fmla="*/ 3707972 w 3707972"/>
              <a:gd name="connsiteY1" fmla="*/ 1853986 h 3707971"/>
              <a:gd name="connsiteX2" fmla="*/ 2043545 w 3707972"/>
              <a:gd name="connsiteY2" fmla="*/ 3698400 h 3707971"/>
              <a:gd name="connsiteX3" fmla="*/ 1854006 w 3707972"/>
              <a:gd name="connsiteY3" fmla="*/ 3707971 h 3707971"/>
              <a:gd name="connsiteX4" fmla="*/ 1853966 w 3707972"/>
              <a:gd name="connsiteY4" fmla="*/ 3707971 h 3707971"/>
              <a:gd name="connsiteX5" fmla="*/ 1664427 w 3707972"/>
              <a:gd name="connsiteY5" fmla="*/ 3698400 h 3707971"/>
              <a:gd name="connsiteX6" fmla="*/ 0 w 3707972"/>
              <a:gd name="connsiteY6" fmla="*/ 1853986 h 3707971"/>
              <a:gd name="connsiteX7" fmla="*/ 1853986 w 3707972"/>
              <a:gd name="connsiteY7" fmla="*/ 0 h 3707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707972" h="3707971">
                <a:moveTo>
                  <a:pt x="1853986" y="0"/>
                </a:moveTo>
                <a:cubicBezTo>
                  <a:pt x="2877914" y="0"/>
                  <a:pt x="3707972" y="830058"/>
                  <a:pt x="3707972" y="1853986"/>
                </a:cubicBezTo>
                <a:cubicBezTo>
                  <a:pt x="3707972" y="2813919"/>
                  <a:pt x="2978429" y="3603458"/>
                  <a:pt x="2043545" y="3698400"/>
                </a:cubicBezTo>
                <a:lnTo>
                  <a:pt x="1854006" y="3707971"/>
                </a:lnTo>
                <a:lnTo>
                  <a:pt x="1853966" y="3707971"/>
                </a:lnTo>
                <a:lnTo>
                  <a:pt x="1664427" y="3698400"/>
                </a:lnTo>
                <a:cubicBezTo>
                  <a:pt x="729543" y="3603458"/>
                  <a:pt x="0" y="2813919"/>
                  <a:pt x="0" y="1853986"/>
                </a:cubicBezTo>
                <a:cubicBezTo>
                  <a:pt x="0" y="830058"/>
                  <a:pt x="830058" y="0"/>
                  <a:pt x="1853986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02936" y="585216"/>
            <a:ext cx="5833872" cy="2276856"/>
          </a:xfrm>
        </p:spPr>
        <p:txBody>
          <a:bodyPr anchor="b"/>
          <a:lstStyle>
            <a:lvl1pPr algn="r">
              <a:defRPr sz="60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02936" y="3127248"/>
            <a:ext cx="5833872" cy="3118104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Graphic 12">
            <a:extLst>
              <a:ext uri="{FF2B5EF4-FFF2-40B4-BE49-F238E27FC236}">
                <a16:creationId xmlns:a16="http://schemas.microsoft.com/office/drawing/2014/main" id="{EA1B6985-3E5A-40F4-9268-D4AB3BBF8C91}"/>
              </a:ext>
            </a:extLst>
          </p:cNvPr>
          <p:cNvSpPr/>
          <p:nvPr userDrawn="1"/>
        </p:nvSpPr>
        <p:spPr>
          <a:xfrm>
            <a:off x="4745394" y="276027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13">
            <a:extLst>
              <a:ext uri="{FF2B5EF4-FFF2-40B4-BE49-F238E27FC236}">
                <a16:creationId xmlns:a16="http://schemas.microsoft.com/office/drawing/2014/main" id="{338BC906-9D03-4280-85E8-21A81BC21D73}"/>
              </a:ext>
            </a:extLst>
          </p:cNvPr>
          <p:cNvSpPr/>
          <p:nvPr userDrawn="1"/>
        </p:nvSpPr>
        <p:spPr>
          <a:xfrm>
            <a:off x="4386614" y="253098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C5C06D53-C9F6-47E8-BFE1-B8193A1AED8B}"/>
              </a:ext>
            </a:extLst>
          </p:cNvPr>
          <p:cNvSpPr/>
          <p:nvPr userDrawn="1"/>
        </p:nvSpPr>
        <p:spPr>
          <a:xfrm>
            <a:off x="1669987" y="6031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076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62FC6D8-DD87-4B93-8491-43C84EE63F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51965" y="1665520"/>
            <a:ext cx="4266960" cy="4266968"/>
          </a:xfrm>
          <a:custGeom>
            <a:avLst/>
            <a:gdLst>
              <a:gd name="connsiteX0" fmla="*/ 2133823 w 4266960"/>
              <a:gd name="connsiteY0" fmla="*/ 0 h 4266968"/>
              <a:gd name="connsiteX1" fmla="*/ 4256628 w 4266960"/>
              <a:gd name="connsiteY1" fmla="*/ 1915652 h 4266968"/>
              <a:gd name="connsiteX2" fmla="*/ 4266960 w 4266960"/>
              <a:gd name="connsiteY2" fmla="*/ 2120258 h 4266968"/>
              <a:gd name="connsiteX3" fmla="*/ 4266960 w 4266960"/>
              <a:gd name="connsiteY3" fmla="*/ 2147389 h 4266968"/>
              <a:gd name="connsiteX4" fmla="*/ 4256628 w 4266960"/>
              <a:gd name="connsiteY4" fmla="*/ 2351994 h 4266968"/>
              <a:gd name="connsiteX5" fmla="*/ 2351994 w 4266960"/>
              <a:gd name="connsiteY5" fmla="*/ 4256629 h 4266968"/>
              <a:gd name="connsiteX6" fmla="*/ 2147230 w 4266960"/>
              <a:gd name="connsiteY6" fmla="*/ 4266968 h 4266968"/>
              <a:gd name="connsiteX7" fmla="*/ 2120416 w 4266960"/>
              <a:gd name="connsiteY7" fmla="*/ 4266968 h 4266968"/>
              <a:gd name="connsiteX8" fmla="*/ 1915652 w 4266960"/>
              <a:gd name="connsiteY8" fmla="*/ 4256629 h 4266968"/>
              <a:gd name="connsiteX9" fmla="*/ 0 w 4266960"/>
              <a:gd name="connsiteY9" fmla="*/ 2133823 h 4266968"/>
              <a:gd name="connsiteX10" fmla="*/ 2133823 w 4266960"/>
              <a:gd name="connsiteY10" fmla="*/ 0 h 4266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66960" h="4266968">
                <a:moveTo>
                  <a:pt x="2133823" y="0"/>
                </a:moveTo>
                <a:cubicBezTo>
                  <a:pt x="3238644" y="0"/>
                  <a:pt x="4147355" y="839660"/>
                  <a:pt x="4256628" y="1915652"/>
                </a:cubicBezTo>
                <a:lnTo>
                  <a:pt x="4266960" y="2120258"/>
                </a:lnTo>
                <a:lnTo>
                  <a:pt x="4266960" y="2147389"/>
                </a:lnTo>
                <a:lnTo>
                  <a:pt x="4256628" y="2351994"/>
                </a:lnTo>
                <a:cubicBezTo>
                  <a:pt x="4154640" y="3356254"/>
                  <a:pt x="3356253" y="4154640"/>
                  <a:pt x="2351994" y="4256629"/>
                </a:cubicBezTo>
                <a:lnTo>
                  <a:pt x="2147230" y="4266968"/>
                </a:lnTo>
                <a:lnTo>
                  <a:pt x="2120416" y="4266968"/>
                </a:lnTo>
                <a:lnTo>
                  <a:pt x="1915652" y="4256629"/>
                </a:lnTo>
                <a:cubicBezTo>
                  <a:pt x="839660" y="4147356"/>
                  <a:pt x="0" y="3238645"/>
                  <a:pt x="0" y="2133823"/>
                </a:cubicBezTo>
                <a:cubicBezTo>
                  <a:pt x="0" y="955346"/>
                  <a:pt x="955346" y="0"/>
                  <a:pt x="2133823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335024"/>
            <a:ext cx="6190488" cy="1179576"/>
          </a:xfrm>
        </p:spPr>
        <p:txBody>
          <a:bodyPr lIns="91440" tIns="45720" rIns="91440" bIns="45720"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392" y="2825496"/>
            <a:ext cx="6190488" cy="3346704"/>
          </a:xfrm>
        </p:spPr>
        <p:txBody>
          <a:bodyPr/>
          <a:lstStyle>
            <a:lvl1pPr marL="0" indent="0">
              <a:lnSpc>
                <a:spcPct val="110000"/>
              </a:lnSpc>
              <a:buNone/>
              <a:defRPr sz="2000"/>
            </a:lvl1pPr>
            <a:lvl2pPr marL="228600">
              <a:defRPr sz="1800"/>
            </a:lvl2pPr>
            <a:lvl3pPr marL="457200">
              <a:defRPr sz="1600"/>
            </a:lvl3pPr>
            <a:lvl4pPr marL="685800"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64424" y="621792"/>
            <a:ext cx="4114800" cy="365125"/>
          </a:xfrm>
        </p:spPr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A8B3D0E-ED3F-46FA-AE79-5FEFDE9168E3}"/>
              </a:ext>
            </a:extLst>
          </p:cNvPr>
          <p:cNvCxnSpPr>
            <a:cxnSpLocks/>
          </p:cNvCxnSpPr>
          <p:nvPr userDrawn="1"/>
        </p:nvCxnSpPr>
        <p:spPr>
          <a:xfrm>
            <a:off x="0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08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Graphic 10">
            <a:extLst>
              <a:ext uri="{FF2B5EF4-FFF2-40B4-BE49-F238E27FC236}">
                <a16:creationId xmlns:a16="http://schemas.microsoft.com/office/drawing/2014/main" id="{AAD06B87-D9B2-4F94-B734-A8F039A2033F}"/>
              </a:ext>
            </a:extLst>
          </p:cNvPr>
          <p:cNvSpPr/>
          <p:nvPr userDrawn="1"/>
        </p:nvSpPr>
        <p:spPr>
          <a:xfrm>
            <a:off x="11281590" y="2070656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" name="Graphic 11">
            <a:extLst>
              <a:ext uri="{FF2B5EF4-FFF2-40B4-BE49-F238E27FC236}">
                <a16:creationId xmlns:a16="http://schemas.microsoft.com/office/drawing/2014/main" id="{BB13A13C-36EA-4B13-9175-C5FE95B34D33}"/>
              </a:ext>
            </a:extLst>
          </p:cNvPr>
          <p:cNvSpPr/>
          <p:nvPr userDrawn="1"/>
        </p:nvSpPr>
        <p:spPr>
          <a:xfrm>
            <a:off x="10969280" y="1780012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7111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63040"/>
            <a:ext cx="9144000" cy="2340864"/>
          </a:xfrm>
        </p:spPr>
        <p:txBody>
          <a:bodyPr anchor="b">
            <a:normAutofit/>
          </a:bodyPr>
          <a:lstStyle>
            <a:lvl1pPr algn="ctr">
              <a:defRPr sz="6000" b="1" i="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858768"/>
            <a:ext cx="9144000" cy="132588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Graphic 12">
            <a:extLst>
              <a:ext uri="{FF2B5EF4-FFF2-40B4-BE49-F238E27FC236}">
                <a16:creationId xmlns:a16="http://schemas.microsoft.com/office/drawing/2014/main" id="{8A41917E-4B97-447C-98AB-970D625F1DE6}"/>
              </a:ext>
            </a:extLst>
          </p:cNvPr>
          <p:cNvSpPr/>
          <p:nvPr userDrawn="1"/>
        </p:nvSpPr>
        <p:spPr>
          <a:xfrm>
            <a:off x="10772266" y="3054359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Graphic 13">
            <a:extLst>
              <a:ext uri="{FF2B5EF4-FFF2-40B4-BE49-F238E27FC236}">
                <a16:creationId xmlns:a16="http://schemas.microsoft.com/office/drawing/2014/main" id="{3B3FD238-4561-4AF8-A1F1-185B0CAFE2AC}"/>
              </a:ext>
            </a:extLst>
          </p:cNvPr>
          <p:cNvSpPr/>
          <p:nvPr userDrawn="1"/>
        </p:nvSpPr>
        <p:spPr>
          <a:xfrm>
            <a:off x="10724364" y="2515838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Graphic 15">
            <a:extLst>
              <a:ext uri="{FF2B5EF4-FFF2-40B4-BE49-F238E27FC236}">
                <a16:creationId xmlns:a16="http://schemas.microsoft.com/office/drawing/2014/main" id="{BAB9414C-AE69-4648-873E-9CE6B2DF8A71}"/>
              </a:ext>
            </a:extLst>
          </p:cNvPr>
          <p:cNvSpPr/>
          <p:nvPr userDrawn="1"/>
        </p:nvSpPr>
        <p:spPr>
          <a:xfrm>
            <a:off x="11024834" y="2787572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Graphic 22">
            <a:extLst>
              <a:ext uri="{FF2B5EF4-FFF2-40B4-BE49-F238E27FC236}">
                <a16:creationId xmlns:a16="http://schemas.microsoft.com/office/drawing/2014/main" id="{3BF75235-4E6E-4184-82A5-EE6FE7993BBC}"/>
              </a:ext>
            </a:extLst>
          </p:cNvPr>
          <p:cNvSpPr/>
          <p:nvPr userDrawn="1"/>
        </p:nvSpPr>
        <p:spPr>
          <a:xfrm>
            <a:off x="1261869" y="2633448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1">
            <a:extLst>
              <a:ext uri="{FF2B5EF4-FFF2-40B4-BE49-F238E27FC236}">
                <a16:creationId xmlns:a16="http://schemas.microsoft.com/office/drawing/2014/main" id="{E66FE37C-2F4B-42DA-BFF6-92DD00BDC49B}"/>
              </a:ext>
            </a:extLst>
          </p:cNvPr>
          <p:cNvSpPr/>
          <p:nvPr userDrawn="1"/>
        </p:nvSpPr>
        <p:spPr>
          <a:xfrm>
            <a:off x="1064053" y="3083338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chemeClr val="bg1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Graphic 23">
            <a:extLst>
              <a:ext uri="{FF2B5EF4-FFF2-40B4-BE49-F238E27FC236}">
                <a16:creationId xmlns:a16="http://schemas.microsoft.com/office/drawing/2014/main" id="{DDD38822-731A-48DA-A8A0-FBBAF7A6D65D}"/>
              </a:ext>
            </a:extLst>
          </p:cNvPr>
          <p:cNvSpPr/>
          <p:nvPr userDrawn="1"/>
        </p:nvSpPr>
        <p:spPr>
          <a:xfrm>
            <a:off x="1413405" y="349287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48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C05CAAB-DBA2-4548-AD5F-01BB97FBB207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17450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1656" y="841248"/>
            <a:ext cx="4434840" cy="3236976"/>
          </a:xfrm>
        </p:spPr>
        <p:txBody>
          <a:bodyPr anchor="b"/>
          <a:lstStyle>
            <a:lvl1pPr algn="l">
              <a:lnSpc>
                <a:spcPct val="110000"/>
              </a:lnSpc>
              <a:spcBef>
                <a:spcPts val="1000"/>
              </a:spcBef>
              <a:defRPr sz="3600" b="0" i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5" y="4498848"/>
            <a:ext cx="4434835" cy="510474"/>
          </a:xfr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01752"/>
            <a:ext cx="5221224" cy="6263640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048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6CF8C-1EA0-4E47-AC60-CAC3B80A3C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72" y="365125"/>
            <a:ext cx="10771632" cy="1325563"/>
          </a:xfrm>
        </p:spPr>
        <p:txBody>
          <a:bodyPr/>
          <a:lstStyle>
            <a:lvl1pPr>
              <a:defRPr sz="54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CABF8-19D8-4F3C-994F-4D35EC7A2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072" y="1825625"/>
            <a:ext cx="10771632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7BB2D-4E2C-4490-A2A3-4B68BCC5D2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40F15D-DD72-46D5-BF0F-F50647107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03920" y="841248"/>
            <a:ext cx="36301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66FD4D-815A-431C-ADEF-DE6F236F6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Graphic 22">
            <a:extLst>
              <a:ext uri="{FF2B5EF4-FFF2-40B4-BE49-F238E27FC236}">
                <a16:creationId xmlns:a16="http://schemas.microsoft.com/office/drawing/2014/main" id="{4EADA2ED-8A8C-4D17-8798-F26BF3B4CE25}"/>
              </a:ext>
            </a:extLst>
          </p:cNvPr>
          <p:cNvSpPr/>
          <p:nvPr userDrawn="1"/>
        </p:nvSpPr>
        <p:spPr>
          <a:xfrm>
            <a:off x="11202264" y="344083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chemeClr val="bg1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" name="Graphic 23">
            <a:extLst>
              <a:ext uri="{FF2B5EF4-FFF2-40B4-BE49-F238E27FC236}">
                <a16:creationId xmlns:a16="http://schemas.microsoft.com/office/drawing/2014/main" id="{54AB3A25-6605-4446-9E53-ACEECD25E27B}"/>
              </a:ext>
            </a:extLst>
          </p:cNvPr>
          <p:cNvSpPr/>
          <p:nvPr userDrawn="1"/>
        </p:nvSpPr>
        <p:spPr>
          <a:xfrm>
            <a:off x="11563141" y="590910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chemeClr val="bg1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263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57166-6921-4546-BA2C-99E464681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B9122-6371-4049-B57A-33DED7DA2F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4752" y="1825625"/>
            <a:ext cx="4553712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4555D-0753-4312-A26B-2338813F9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84848" y="1825625"/>
            <a:ext cx="4553712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FB7E8F4-3FB3-45AB-A381-9093CA95AAE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Graphic 15">
            <a:extLst>
              <a:ext uri="{FF2B5EF4-FFF2-40B4-BE49-F238E27FC236}">
                <a16:creationId xmlns:a16="http://schemas.microsoft.com/office/drawing/2014/main" id="{D8685329-C6A1-4CB4-8AAE-150D0341F6A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16">
            <a:extLst>
              <a:ext uri="{FF2B5EF4-FFF2-40B4-BE49-F238E27FC236}">
                <a16:creationId xmlns:a16="http://schemas.microsoft.com/office/drawing/2014/main" id="{83CE1DAA-30A3-41AE-8AE1-A7EE5C48A6F3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4">
            <a:extLst>
              <a:ext uri="{FF2B5EF4-FFF2-40B4-BE49-F238E27FC236}">
                <a16:creationId xmlns:a16="http://schemas.microsoft.com/office/drawing/2014/main" id="{065162DD-7ACB-4F9C-90DD-24C743035892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5288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45537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4553712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84848" y="1681163"/>
            <a:ext cx="45537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84848" y="2505075"/>
            <a:ext cx="4553712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59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057AE-3B3B-4261-B912-BF9EB9A58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A2D237-A706-4712-90CA-B04517CBB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4752" y="1681163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E39CA1-2B6D-427E-9688-9093D5865C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44752" y="2505075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D53357-616B-47F4-944B-F979FE966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983480" y="1681163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7EA593-3036-4FB5-94B4-D9431DF048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983480" y="2505075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60F34ED-DA60-4CC2-B735-B0EC5D9FEA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Graphic 15">
            <a:extLst>
              <a:ext uri="{FF2B5EF4-FFF2-40B4-BE49-F238E27FC236}">
                <a16:creationId xmlns:a16="http://schemas.microsoft.com/office/drawing/2014/main" id="{A9475260-301F-4744-B1DA-7B00F6FB4342}"/>
              </a:ext>
            </a:extLst>
          </p:cNvPr>
          <p:cNvSpPr/>
          <p:nvPr userDrawn="1"/>
        </p:nvSpPr>
        <p:spPr>
          <a:xfrm>
            <a:off x="10508317" y="492206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Graphic 16">
            <a:extLst>
              <a:ext uri="{FF2B5EF4-FFF2-40B4-BE49-F238E27FC236}">
                <a16:creationId xmlns:a16="http://schemas.microsoft.com/office/drawing/2014/main" id="{9BBD3F4B-0836-48C5-AC68-747456D1DD50}"/>
              </a:ext>
            </a:extLst>
          </p:cNvPr>
          <p:cNvSpPr/>
          <p:nvPr userDrawn="1"/>
        </p:nvSpPr>
        <p:spPr>
          <a:xfrm>
            <a:off x="11477944" y="1055581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" name="Graphic 14">
            <a:extLst>
              <a:ext uri="{FF2B5EF4-FFF2-40B4-BE49-F238E27FC236}">
                <a16:creationId xmlns:a16="http://schemas.microsoft.com/office/drawing/2014/main" id="{9B4398D5-99F4-4F83-AA77-9B4177648CAF}"/>
              </a:ext>
            </a:extLst>
          </p:cNvPr>
          <p:cNvSpPr/>
          <p:nvPr userDrawn="1"/>
        </p:nvSpPr>
        <p:spPr>
          <a:xfrm>
            <a:off x="11241555" y="446637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2D693B15-7265-4478-9579-62FCD5222D0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531352" y="1769269"/>
            <a:ext cx="28346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48F9E92F-BB16-4896-A47F-6497C3D705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531352" y="2593181"/>
            <a:ext cx="28346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3730798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40AAD-80AF-40E7-BE3F-43D32FC68ED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91656" y="804672"/>
            <a:ext cx="4434840" cy="886968"/>
          </a:xfrm>
        </p:spPr>
        <p:txBody>
          <a:bodyPr anchor="b"/>
          <a:lstStyle>
            <a:lvl1pPr algn="l">
              <a:defRPr sz="5400" b="0" i="0" cap="none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80FBD9-0977-4B2B-9318-30774BB094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654" y="1801368"/>
            <a:ext cx="4434840" cy="4754880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C2A2A-62DB-40C0-8AE7-CB9B98649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811512" y="1591056"/>
            <a:ext cx="3547872" cy="36512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1EAA4-F44C-4C1F-B8E3-1A300530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939C974-0ED4-4915-BBF7-1FB00C18AD45}"/>
              </a:ext>
            </a:extLst>
          </p:cNvPr>
          <p:cNvCxnSpPr>
            <a:cxnSpLocks/>
          </p:cNvCxnSpPr>
          <p:nvPr userDrawn="1"/>
        </p:nvCxnSpPr>
        <p:spPr>
          <a:xfrm>
            <a:off x="11586162" y="3619272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15930B2-E36D-4D05-A6B3-CA1BF61D50CC}"/>
              </a:ext>
            </a:extLst>
          </p:cNvPr>
          <p:cNvSpPr/>
          <p:nvPr userDrawn="1"/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100000">
                <a:schemeClr val="accent4"/>
              </a:gs>
              <a:gs pos="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CEC7E0F-60E8-418B-978D-C607C82E97F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83464" y="3108960"/>
            <a:ext cx="5221224" cy="3447288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2">
            <a:extLst>
              <a:ext uri="{FF2B5EF4-FFF2-40B4-BE49-F238E27FC236}">
                <a16:creationId xmlns:a16="http://schemas.microsoft.com/office/drawing/2014/main" id="{F146D6C1-343E-4F97-A565-55BBB15F4C7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83464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BA123E2D-4554-47D5-B0EC-0C47EDB416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952" y="301752"/>
            <a:ext cx="2459736" cy="2505456"/>
          </a:xfrm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891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>
          <a:gsLst>
            <a:gs pos="100000">
              <a:schemeClr val="accent4"/>
            </a:gs>
            <a:gs pos="0">
              <a:schemeClr val="accent2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3186EA6A-5CD5-4DF7-9C8A-EDFAF28A80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777111" y="407499"/>
            <a:ext cx="1952279" cy="1952279"/>
          </a:xfrm>
          <a:custGeom>
            <a:avLst/>
            <a:gdLst>
              <a:gd name="connsiteX0" fmla="*/ 976140 w 1952279"/>
              <a:gd name="connsiteY0" fmla="*/ 0 h 1952279"/>
              <a:gd name="connsiteX1" fmla="*/ 1952279 w 1952279"/>
              <a:gd name="connsiteY1" fmla="*/ 976140 h 1952279"/>
              <a:gd name="connsiteX2" fmla="*/ 976140 w 1952279"/>
              <a:gd name="connsiteY2" fmla="*/ 1952279 h 1952279"/>
              <a:gd name="connsiteX3" fmla="*/ 0 w 1952279"/>
              <a:gd name="connsiteY3" fmla="*/ 976140 h 1952279"/>
              <a:gd name="connsiteX4" fmla="*/ 976140 w 1952279"/>
              <a:gd name="connsiteY4" fmla="*/ 0 h 1952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52279" h="1952279">
                <a:moveTo>
                  <a:pt x="976140" y="0"/>
                </a:moveTo>
                <a:cubicBezTo>
                  <a:pt x="1515247" y="0"/>
                  <a:pt x="1952279" y="437033"/>
                  <a:pt x="1952279" y="976140"/>
                </a:cubicBezTo>
                <a:cubicBezTo>
                  <a:pt x="1952279" y="1515246"/>
                  <a:pt x="1515247" y="1952279"/>
                  <a:pt x="976140" y="1952279"/>
                </a:cubicBezTo>
                <a:cubicBezTo>
                  <a:pt x="437033" y="1952279"/>
                  <a:pt x="0" y="1515246"/>
                  <a:pt x="0" y="976140"/>
                </a:cubicBezTo>
                <a:cubicBezTo>
                  <a:pt x="0" y="437033"/>
                  <a:pt x="437033" y="0"/>
                  <a:pt x="976140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83D5117F-F235-498D-99A5-9DE2D665576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528345" y="1972581"/>
            <a:ext cx="2290065" cy="2273502"/>
          </a:xfrm>
          <a:custGeom>
            <a:avLst/>
            <a:gdLst>
              <a:gd name="connsiteX0" fmla="*/ 1145032 w 2290065"/>
              <a:gd name="connsiteY0" fmla="*/ 0 h 2273502"/>
              <a:gd name="connsiteX1" fmla="*/ 2290065 w 2290065"/>
              <a:gd name="connsiteY1" fmla="*/ 1145033 h 2273502"/>
              <a:gd name="connsiteX2" fmla="*/ 1375797 w 2290065"/>
              <a:gd name="connsiteY2" fmla="*/ 2266803 h 2273502"/>
              <a:gd name="connsiteX3" fmla="*/ 1331903 w 2290065"/>
              <a:gd name="connsiteY3" fmla="*/ 2273502 h 2273502"/>
              <a:gd name="connsiteX4" fmla="*/ 958162 w 2290065"/>
              <a:gd name="connsiteY4" fmla="*/ 2273502 h 2273502"/>
              <a:gd name="connsiteX5" fmla="*/ 914268 w 2290065"/>
              <a:gd name="connsiteY5" fmla="*/ 2266803 h 2273502"/>
              <a:gd name="connsiteX6" fmla="*/ 5911 w 2290065"/>
              <a:gd name="connsiteY6" fmla="*/ 1262106 h 2273502"/>
              <a:gd name="connsiteX7" fmla="*/ 0 w 2290065"/>
              <a:gd name="connsiteY7" fmla="*/ 1145053 h 2273502"/>
              <a:gd name="connsiteX8" fmla="*/ 0 w 2290065"/>
              <a:gd name="connsiteY8" fmla="*/ 1145014 h 2273502"/>
              <a:gd name="connsiteX9" fmla="*/ 5911 w 2290065"/>
              <a:gd name="connsiteY9" fmla="*/ 1027960 h 2273502"/>
              <a:gd name="connsiteX10" fmla="*/ 1145032 w 2290065"/>
              <a:gd name="connsiteY10" fmla="*/ 0 h 227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290065" h="2273502">
                <a:moveTo>
                  <a:pt x="1145032" y="0"/>
                </a:moveTo>
                <a:cubicBezTo>
                  <a:pt x="1777417" y="0"/>
                  <a:pt x="2290065" y="512649"/>
                  <a:pt x="2290065" y="1145033"/>
                </a:cubicBezTo>
                <a:cubicBezTo>
                  <a:pt x="2290065" y="1698370"/>
                  <a:pt x="1897569" y="2160033"/>
                  <a:pt x="1375797" y="2266803"/>
                </a:cubicBezTo>
                <a:lnTo>
                  <a:pt x="1331903" y="2273502"/>
                </a:lnTo>
                <a:lnTo>
                  <a:pt x="958162" y="2273502"/>
                </a:lnTo>
                <a:lnTo>
                  <a:pt x="914268" y="2266803"/>
                </a:lnTo>
                <a:cubicBezTo>
                  <a:pt x="429765" y="2167660"/>
                  <a:pt x="56730" y="1762511"/>
                  <a:pt x="5911" y="1262106"/>
                </a:cubicBezTo>
                <a:lnTo>
                  <a:pt x="0" y="1145053"/>
                </a:lnTo>
                <a:lnTo>
                  <a:pt x="0" y="1145014"/>
                </a:lnTo>
                <a:lnTo>
                  <a:pt x="5911" y="1027960"/>
                </a:lnTo>
                <a:cubicBezTo>
                  <a:pt x="64548" y="450571"/>
                  <a:pt x="552172" y="0"/>
                  <a:pt x="1145032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E1E0A794-F1D3-4628-B5B1-9D48AB34C3D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579539" y="4386312"/>
            <a:ext cx="3119293" cy="2462810"/>
          </a:xfrm>
          <a:custGeom>
            <a:avLst/>
            <a:gdLst>
              <a:gd name="connsiteX0" fmla="*/ 1559647 w 3119293"/>
              <a:gd name="connsiteY0" fmla="*/ 0 h 2462810"/>
              <a:gd name="connsiteX1" fmla="*/ 3119293 w 3119293"/>
              <a:gd name="connsiteY1" fmla="*/ 1559647 h 2462810"/>
              <a:gd name="connsiteX2" fmla="*/ 2852930 w 3119293"/>
              <a:gd name="connsiteY2" fmla="*/ 2431660 h 2462810"/>
              <a:gd name="connsiteX3" fmla="*/ 2829636 w 3119293"/>
              <a:gd name="connsiteY3" fmla="*/ 2462810 h 2462810"/>
              <a:gd name="connsiteX4" fmla="*/ 289658 w 3119293"/>
              <a:gd name="connsiteY4" fmla="*/ 2462810 h 2462810"/>
              <a:gd name="connsiteX5" fmla="*/ 266363 w 3119293"/>
              <a:gd name="connsiteY5" fmla="*/ 2431660 h 2462810"/>
              <a:gd name="connsiteX6" fmla="*/ 0 w 3119293"/>
              <a:gd name="connsiteY6" fmla="*/ 1559647 h 2462810"/>
              <a:gd name="connsiteX7" fmla="*/ 1559647 w 3119293"/>
              <a:gd name="connsiteY7" fmla="*/ 0 h 246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19293" h="2462810">
                <a:moveTo>
                  <a:pt x="1559647" y="0"/>
                </a:moveTo>
                <a:cubicBezTo>
                  <a:pt x="2421016" y="0"/>
                  <a:pt x="3119293" y="698278"/>
                  <a:pt x="3119293" y="1559647"/>
                </a:cubicBezTo>
                <a:cubicBezTo>
                  <a:pt x="3119293" y="1882660"/>
                  <a:pt x="3021098" y="2182739"/>
                  <a:pt x="2852930" y="2431660"/>
                </a:cubicBezTo>
                <a:lnTo>
                  <a:pt x="2829636" y="2462810"/>
                </a:lnTo>
                <a:lnTo>
                  <a:pt x="289658" y="2462810"/>
                </a:lnTo>
                <a:lnTo>
                  <a:pt x="266363" y="2431660"/>
                </a:lnTo>
                <a:cubicBezTo>
                  <a:pt x="98195" y="2182739"/>
                  <a:pt x="0" y="1882660"/>
                  <a:pt x="0" y="1559647"/>
                </a:cubicBezTo>
                <a:cubicBezTo>
                  <a:pt x="0" y="698278"/>
                  <a:pt x="698278" y="0"/>
                  <a:pt x="1559647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B8D3F45B-B631-47D3-A33C-71CEC2B3602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905" y="4018982"/>
            <a:ext cx="3854161" cy="2839018"/>
          </a:xfrm>
          <a:custGeom>
            <a:avLst/>
            <a:gdLst>
              <a:gd name="connsiteX0" fmla="*/ 1927061 w 3854161"/>
              <a:gd name="connsiteY0" fmla="*/ 0 h 2839018"/>
              <a:gd name="connsiteX1" fmla="*/ 1927101 w 3854161"/>
              <a:gd name="connsiteY1" fmla="*/ 0 h 2839018"/>
              <a:gd name="connsiteX2" fmla="*/ 2124114 w 3854161"/>
              <a:gd name="connsiteY2" fmla="*/ 9948 h 2839018"/>
              <a:gd name="connsiteX3" fmla="*/ 3854161 w 3854161"/>
              <a:gd name="connsiteY3" fmla="*/ 1927080 h 2839018"/>
              <a:gd name="connsiteX4" fmla="*/ 3702722 w 3854161"/>
              <a:gd name="connsiteY4" fmla="*/ 2677187 h 2839018"/>
              <a:gd name="connsiteX5" fmla="*/ 3624763 w 3854161"/>
              <a:gd name="connsiteY5" fmla="*/ 2839018 h 2839018"/>
              <a:gd name="connsiteX6" fmla="*/ 229398 w 3854161"/>
              <a:gd name="connsiteY6" fmla="*/ 2839018 h 2839018"/>
              <a:gd name="connsiteX7" fmla="*/ 151440 w 3854161"/>
              <a:gd name="connsiteY7" fmla="*/ 2677187 h 2839018"/>
              <a:gd name="connsiteX8" fmla="*/ 0 w 3854161"/>
              <a:gd name="connsiteY8" fmla="*/ 1927080 h 2839018"/>
              <a:gd name="connsiteX9" fmla="*/ 1730048 w 3854161"/>
              <a:gd name="connsiteY9" fmla="*/ 9948 h 28390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54161" h="2839018">
                <a:moveTo>
                  <a:pt x="1927061" y="0"/>
                </a:moveTo>
                <a:lnTo>
                  <a:pt x="1927101" y="0"/>
                </a:lnTo>
                <a:lnTo>
                  <a:pt x="2124114" y="9948"/>
                </a:lnTo>
                <a:cubicBezTo>
                  <a:pt x="3095856" y="108634"/>
                  <a:pt x="3854161" y="929301"/>
                  <a:pt x="3854161" y="1927080"/>
                </a:cubicBezTo>
                <a:cubicBezTo>
                  <a:pt x="3854161" y="2193154"/>
                  <a:pt x="3800237" y="2446634"/>
                  <a:pt x="3702722" y="2677187"/>
                </a:cubicBezTo>
                <a:lnTo>
                  <a:pt x="3624763" y="2839018"/>
                </a:lnTo>
                <a:lnTo>
                  <a:pt x="229398" y="2839018"/>
                </a:lnTo>
                <a:lnTo>
                  <a:pt x="151440" y="2677187"/>
                </a:lnTo>
                <a:cubicBezTo>
                  <a:pt x="53924" y="2446634"/>
                  <a:pt x="0" y="2193154"/>
                  <a:pt x="0" y="1927080"/>
                </a:cubicBezTo>
                <a:cubicBezTo>
                  <a:pt x="0" y="929301"/>
                  <a:pt x="758305" y="108634"/>
                  <a:pt x="1730048" y="9948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0" y="585216"/>
            <a:ext cx="5276088" cy="2276856"/>
          </a:xfrm>
        </p:spPr>
        <p:txBody>
          <a:bodyPr anchor="b"/>
          <a:lstStyle>
            <a:lvl1pPr algn="r">
              <a:defRPr sz="4800" b="1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8368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-548640" y="1938528"/>
            <a:ext cx="278892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201168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DA9DAA-006C-4F4B-980E-E3DF019B24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Graphic 32">
            <a:extLst>
              <a:ext uri="{FF2B5EF4-FFF2-40B4-BE49-F238E27FC236}">
                <a16:creationId xmlns:a16="http://schemas.microsoft.com/office/drawing/2014/main" id="{846CD0EA-B0AA-4845-81A5-4ADD7C58B12F}"/>
              </a:ext>
            </a:extLst>
          </p:cNvPr>
          <p:cNvSpPr/>
          <p:nvPr userDrawn="1"/>
        </p:nvSpPr>
        <p:spPr>
          <a:xfrm>
            <a:off x="1472366" y="1859534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bg1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0E97A0CB-7CB1-47F0-BD48-EEECBAC39CD2}"/>
              </a:ext>
            </a:extLst>
          </p:cNvPr>
          <p:cNvSpPr/>
          <p:nvPr userDrawn="1"/>
        </p:nvSpPr>
        <p:spPr>
          <a:xfrm>
            <a:off x="2014523" y="3146867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bg1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2" name="Graphic 31">
            <a:extLst>
              <a:ext uri="{FF2B5EF4-FFF2-40B4-BE49-F238E27FC236}">
                <a16:creationId xmlns:a16="http://schemas.microsoft.com/office/drawing/2014/main" id="{477816C9-06CB-4BC5-B26B-6A2877BD941A}"/>
              </a:ext>
            </a:extLst>
          </p:cNvPr>
          <p:cNvSpPr/>
          <p:nvPr userDrawn="1"/>
        </p:nvSpPr>
        <p:spPr>
          <a:xfrm>
            <a:off x="5404920" y="4508295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bg1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3AE7F8D-AE68-4A83-BAB5-3A97D473CE3C}"/>
              </a:ext>
            </a:extLst>
          </p:cNvPr>
          <p:cNvCxnSpPr>
            <a:cxnSpLocks/>
          </p:cNvCxnSpPr>
          <p:nvPr userDrawn="1"/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chemeClr val="bg1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928810C-E773-43AE-A2A1-4073955CC8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0" y="3127248"/>
            <a:ext cx="5276088" cy="112471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451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9F227-D21C-48B3-828A-6BFA9585E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F1DFFF-E5C5-43DF-B71C-7270DB973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BC03C0-6EB7-4633-967C-12C35768B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F4306-91CD-4B7B-8A53-34BE8F997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596AF9-469C-436D-B7D2-77952EF1825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2910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F36D6-399B-43E3-84DD-9FC5119EC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34AB7-3B85-4028-A500-5A1BDBF45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F40F0-9909-442F-BBA4-409D061ED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53C1207-D1C8-49E3-8837-E2B89D366FAE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867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0F214-646F-4D81-AD12-65628EC98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71768-C3FA-49EF-99EF-06E6C3B284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DA6F24-ED6C-4D12-A9D6-EE37FBD68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6AACE-FAFB-4934-8E3C-AB5B21635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533EA-D0F8-4C79-8721-F190DE2D2D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59BAC9-F101-4394-BBA4-3D21A3497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3A79C9-7EDC-44F6-AC48-5DD98A7695AD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8059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CB71F-B6C2-4866-BC97-304F78816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5ED73B-8413-478D-80D7-B78B69763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DF226-1B94-4D2D-98B3-7B932FB17D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4E9A-CA29-4CCD-ACFA-B29F80FBA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A5B7BE-3F1B-4FF3-B1D7-6E39B99D0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2F18F1-E27E-470E-AE13-4755DEE6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F08750-B7F2-4119-B151-68DE77481335}"/>
              </a:ext>
            </a:extLst>
          </p:cNvPr>
          <p:cNvCxnSpPr>
            <a:cxnSpLocks/>
          </p:cNvCxnSpPr>
          <p:nvPr/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0775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A4224-F4E4-47A4-ACF7-231749390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679907-DC49-4B86-A34C-C97DBC26A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DBC8A0-34FC-4B6E-B42B-A721267D89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9AC0B6-4CC4-4E41-8A4D-F62E17F285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C0E9BD-90BD-46AE-8A0D-06796ADB76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 i="0" cap="all" spc="1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A9DAA-006C-4F4B-980E-E3DF019B24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713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8" r:id="rId2"/>
    <p:sldLayoutId id="2147483717" r:id="rId3"/>
    <p:sldLayoutId id="2147483710" r:id="rId4"/>
    <p:sldLayoutId id="2147483709" r:id="rId5"/>
    <p:sldLayoutId id="2147483698" r:id="rId6"/>
    <p:sldLayoutId id="2147483713" r:id="rId7"/>
    <p:sldLayoutId id="2147483712" r:id="rId8"/>
    <p:sldLayoutId id="2147483700" r:id="rId9"/>
    <p:sldLayoutId id="2147483701" r:id="rId10"/>
    <p:sldLayoutId id="2147483716" r:id="rId11"/>
    <p:sldLayoutId id="2147483714" r:id="rId12"/>
    <p:sldLayoutId id="2147483715" r:id="rId13"/>
    <p:sldLayoutId id="2147483702" r:id="rId14"/>
    <p:sldLayoutId id="2147483703" r:id="rId15"/>
    <p:sldLayoutId id="2147483704" r:id="rId16"/>
    <p:sldLayoutId id="2147483705" r:id="rId1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9968B-2619-4F71-AB00-4C493E1208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5556" y="1300536"/>
            <a:ext cx="8350165" cy="2843784"/>
          </a:xfrm>
        </p:spPr>
        <p:txBody>
          <a:bodyPr/>
          <a:lstStyle/>
          <a:p>
            <a:r>
              <a:rPr lang="en-US" sz="5400" spc="400" dirty="0">
                <a:solidFill>
                  <a:schemeClr val="bg1"/>
                </a:solidFill>
              </a:rPr>
              <a:t>Panel recommendation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bg1"/>
                </a:solidFill>
              </a:rPr>
              <a:t>Presenter </a:t>
            </a:r>
            <a:r>
              <a:rPr lang="en-US" sz="2000" dirty="0" err="1">
                <a:solidFill>
                  <a:schemeClr val="bg1"/>
                </a:solidFill>
              </a:rPr>
              <a:t>Mr.Dan</a:t>
            </a:r>
            <a:r>
              <a:rPr lang="en-US" sz="2000" dirty="0">
                <a:solidFill>
                  <a:schemeClr val="bg1"/>
                </a:solidFill>
              </a:rPr>
              <a:t> Kibwika &amp; </a:t>
            </a:r>
            <a:r>
              <a:rPr lang="en-US" sz="2000" dirty="0" err="1">
                <a:solidFill>
                  <a:schemeClr val="bg1"/>
                </a:solidFill>
              </a:rPr>
              <a:t>Mr.Nixon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69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4656" y="-1434931"/>
            <a:ext cx="9869086" cy="1197864"/>
          </a:xfrm>
        </p:spPr>
        <p:txBody>
          <a:bodyPr>
            <a:noAutofit/>
          </a:bodyPr>
          <a:lstStyle/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r>
              <a:rPr lang="en-US" sz="3600" b="1" dirty="0">
                <a:solidFill>
                  <a:schemeClr val="bg1"/>
                </a:solidFill>
              </a:rPr>
              <a:t> Introduction</a:t>
            </a:r>
          </a:p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- Welcome to our presentation on website development platforms: KWIKWEB Panel and WordPress Panel.</a:t>
            </a:r>
          </a:p>
          <a:p>
            <a:pPr marL="457200" indent="-457200" algn="just">
              <a:buFontTx/>
              <a:buChar char="-"/>
            </a:pPr>
            <a:r>
              <a:rPr lang="en-US" sz="2600" dirty="0">
                <a:solidFill>
                  <a:schemeClr val="bg1"/>
                </a:solidFill>
              </a:rPr>
              <a:t>Today, we will explore the cost and security aspects to help you make an informed choice.</a:t>
            </a:r>
          </a:p>
          <a:p>
            <a:pPr marL="457200" indent="-457200" algn="just">
              <a:buFontTx/>
              <a:buChar char="-"/>
            </a:pPr>
            <a:endParaRPr lang="en-US" sz="2600" dirty="0">
              <a:solidFill>
                <a:schemeClr val="bg1"/>
              </a:solidFill>
            </a:endParaRPr>
          </a:p>
          <a:p>
            <a:pPr algn="just"/>
            <a:endParaRPr lang="en-US" sz="2600" dirty="0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5AE1B67-D650-F3AD-31B7-A4195C01D24C}"/>
              </a:ext>
            </a:extLst>
          </p:cNvPr>
          <p:cNvSpPr txBox="1">
            <a:spLocks/>
          </p:cNvSpPr>
          <p:nvPr/>
        </p:nvSpPr>
        <p:spPr>
          <a:xfrm>
            <a:off x="1364656" y="2231136"/>
            <a:ext cx="9869086" cy="11978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sz="2600" dirty="0"/>
          </a:p>
          <a:p>
            <a:pPr algn="just"/>
            <a:endParaRPr lang="en-US" sz="2600" dirty="0"/>
          </a:p>
          <a:p>
            <a:pPr algn="just"/>
            <a:endParaRPr lang="en-US" sz="2600" dirty="0"/>
          </a:p>
          <a:p>
            <a:pPr algn="just"/>
            <a:r>
              <a:rPr lang="en-US" sz="2600" dirty="0"/>
              <a:t>This presentation highlights the cost and security aspects of using KWIKWEB Panel and WordPress Panel for website development. It emphasizes that WordPress Panel is generally more cost-effective and secure due to its open-source nature, dedicated security community, and plugin availability. However, the choice ultimately depends on your specific budget and security requirements</a:t>
            </a:r>
          </a:p>
        </p:txBody>
      </p:sp>
    </p:spTree>
    <p:extLst>
      <p:ext uri="{BB962C8B-B14F-4D97-AF65-F5344CB8AC3E}">
        <p14:creationId xmlns:p14="http://schemas.microsoft.com/office/powerpoint/2010/main" val="2113805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25901" y="506758"/>
            <a:ext cx="9869086" cy="1197864"/>
          </a:xfrm>
        </p:spPr>
        <p:txBody>
          <a:bodyPr>
            <a:noAutofit/>
          </a:bodyPr>
          <a:lstStyle/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en-US" sz="3600" b="1" dirty="0">
                <a:solidFill>
                  <a:schemeClr val="bg1"/>
                </a:solidFill>
              </a:rPr>
              <a:t>Cost Comparison</a:t>
            </a:r>
          </a:p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KWIKWEB Panel:</a:t>
            </a:r>
          </a:p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KWIKWEB Panel’s is a free Open source </a:t>
            </a:r>
          </a:p>
          <a:p>
            <a:pPr algn="just"/>
            <a:r>
              <a:rPr lang="en-US" sz="2600" dirty="0"/>
              <a:t>the Admin only needs to create a new host and can make changes to a website</a:t>
            </a:r>
            <a:endParaRPr lang="en-US" sz="2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80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58168" y="1014758"/>
            <a:ext cx="9869086" cy="1197864"/>
          </a:xfrm>
        </p:spPr>
        <p:txBody>
          <a:bodyPr>
            <a:noAutofit/>
          </a:bodyPr>
          <a:lstStyle/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WordPress Panel:</a:t>
            </a:r>
          </a:p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- WordPress Panel is open-source and free to use.</a:t>
            </a: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- Costs primarily involve hosting, premium themes, and plugins.</a:t>
            </a: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- It offers flexibility in choosing cost-effective options, making it budget-friendly.</a:t>
            </a:r>
          </a:p>
          <a:p>
            <a:pPr algn="just"/>
            <a:endParaRPr lang="en-US" sz="2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8814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7CE516B1-4153-43EB-2D79-BD766BE8C9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319" t="19636"/>
          <a:stretch/>
        </p:blipFill>
        <p:spPr>
          <a:xfrm>
            <a:off x="1828799" y="1027288"/>
            <a:ext cx="9640712" cy="5023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7369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0434" y="822847"/>
            <a:ext cx="9869086" cy="1197864"/>
          </a:xfrm>
        </p:spPr>
        <p:txBody>
          <a:bodyPr>
            <a:noAutofit/>
          </a:bodyPr>
          <a:lstStyle/>
          <a:p>
            <a:pPr algn="just"/>
            <a:r>
              <a:rPr lang="en-US" sz="3600" b="1" dirty="0">
                <a:solidFill>
                  <a:schemeClr val="bg1"/>
                </a:solidFill>
              </a:rPr>
              <a:t>Cost - Which One is Better?</a:t>
            </a:r>
          </a:p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- If you're on a tight budget, WordPress Panel is generally more cost-effective due to its open-source nature.</a:t>
            </a: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- KWIKWEB Panel’s is free.</a:t>
            </a:r>
          </a:p>
        </p:txBody>
      </p:sp>
    </p:spTree>
    <p:extLst>
      <p:ext uri="{BB962C8B-B14F-4D97-AF65-F5344CB8AC3E}">
        <p14:creationId xmlns:p14="http://schemas.microsoft.com/office/powerpoint/2010/main" val="360447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80746" y="755114"/>
            <a:ext cx="9869086" cy="1197864"/>
          </a:xfrm>
        </p:spPr>
        <p:txBody>
          <a:bodyPr>
            <a:noAutofit/>
          </a:bodyPr>
          <a:lstStyle/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r>
              <a:rPr lang="en-US" sz="3600" b="1" dirty="0">
                <a:solidFill>
                  <a:schemeClr val="bg1"/>
                </a:solidFill>
              </a:rPr>
              <a:t>Security Comparison</a:t>
            </a:r>
          </a:p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KWIKWEB Panel</a:t>
            </a:r>
          </a:p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- Security in KWIKWEB Panel relies on its development team and infrastructure.</a:t>
            </a: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- Research its track record and available security features or plugins.</a:t>
            </a: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- Consider whether it meets your security requirements.</a:t>
            </a:r>
          </a:p>
        </p:txBody>
      </p:sp>
    </p:spTree>
    <p:extLst>
      <p:ext uri="{BB962C8B-B14F-4D97-AF65-F5344CB8AC3E}">
        <p14:creationId xmlns:p14="http://schemas.microsoft.com/office/powerpoint/2010/main" val="21889221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2035" y="777692"/>
            <a:ext cx="9869086" cy="1197864"/>
          </a:xfrm>
        </p:spPr>
        <p:txBody>
          <a:bodyPr>
            <a:noAutofit/>
          </a:bodyPr>
          <a:lstStyle/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WordPress Panel</a:t>
            </a:r>
          </a:p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- WordPress has a dedicated security community and a wide range of security plugins.</a:t>
            </a: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- Regular updates and a vast user base contribute to its robust security.</a:t>
            </a: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- Security solutions are readily available to protect your site.</a:t>
            </a:r>
          </a:p>
        </p:txBody>
      </p:sp>
    </p:spTree>
    <p:extLst>
      <p:ext uri="{BB962C8B-B14F-4D97-AF65-F5344CB8AC3E}">
        <p14:creationId xmlns:p14="http://schemas.microsoft.com/office/powerpoint/2010/main" val="3838415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6879" y="811558"/>
            <a:ext cx="9869086" cy="1197864"/>
          </a:xfrm>
        </p:spPr>
        <p:txBody>
          <a:bodyPr>
            <a:noAutofit/>
          </a:bodyPr>
          <a:lstStyle/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r>
              <a:rPr lang="en-US" sz="3600" b="1" dirty="0">
                <a:solidFill>
                  <a:schemeClr val="bg1"/>
                </a:solidFill>
              </a:rPr>
              <a:t>Security - Which One is Better?</a:t>
            </a:r>
          </a:p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- WordPress Panel generally offers stronger security due to its established security community and plugin ecosystem.</a:t>
            </a: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- KWIKWEB Panel's security depends on its development efforts, which might not match WordPress's level of expertise.</a:t>
            </a:r>
          </a:p>
        </p:txBody>
      </p:sp>
    </p:spTree>
    <p:extLst>
      <p:ext uri="{BB962C8B-B14F-4D97-AF65-F5344CB8AC3E}">
        <p14:creationId xmlns:p14="http://schemas.microsoft.com/office/powerpoint/2010/main" val="4147423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6879" y="811558"/>
            <a:ext cx="9869086" cy="1197864"/>
          </a:xfrm>
        </p:spPr>
        <p:txBody>
          <a:bodyPr>
            <a:noAutofit/>
          </a:bodyPr>
          <a:lstStyle/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r>
              <a:rPr lang="en-US" sz="3600" b="1" dirty="0">
                <a:solidFill>
                  <a:schemeClr val="bg1"/>
                </a:solidFill>
              </a:rPr>
              <a:t>User experience</a:t>
            </a:r>
          </a:p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- WordPress Panel generally is a well structure environment which offers good plugins, and it is easy to use.</a:t>
            </a: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- KWIKWEB Panel has limited plugins</a:t>
            </a:r>
          </a:p>
        </p:txBody>
      </p:sp>
    </p:spTree>
    <p:extLst>
      <p:ext uri="{BB962C8B-B14F-4D97-AF65-F5344CB8AC3E}">
        <p14:creationId xmlns:p14="http://schemas.microsoft.com/office/powerpoint/2010/main" val="41883249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5F14073-9F68-4B7E-A576-26899D58C7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9457" y="822847"/>
            <a:ext cx="9869086" cy="1197864"/>
          </a:xfrm>
        </p:spPr>
        <p:txBody>
          <a:bodyPr>
            <a:noAutofit/>
          </a:bodyPr>
          <a:lstStyle/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r>
              <a:rPr lang="en-US" sz="3600" b="1" dirty="0">
                <a:solidFill>
                  <a:schemeClr val="bg1"/>
                </a:solidFill>
              </a:rPr>
              <a:t>Conclusion</a:t>
            </a:r>
          </a:p>
          <a:p>
            <a:pPr algn="just"/>
            <a:endParaRPr lang="en-US" sz="2600" dirty="0">
              <a:solidFill>
                <a:schemeClr val="bg1"/>
              </a:solidFill>
            </a:endParaRP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- In terms of cost, WordPress Panel is often more budget-friendly for website development.</a:t>
            </a: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- Regarding security, WordPress Panel's robust security ecosystem provides a safer environment.</a:t>
            </a:r>
          </a:p>
          <a:p>
            <a:pPr algn="just"/>
            <a:r>
              <a:rPr lang="en-US" sz="2600" dirty="0">
                <a:solidFill>
                  <a:schemeClr val="bg1"/>
                </a:solidFill>
              </a:rPr>
              <a:t>- Make your choice based on your budget and security priorities.</a:t>
            </a:r>
          </a:p>
        </p:txBody>
      </p:sp>
    </p:spTree>
    <p:extLst>
      <p:ext uri="{BB962C8B-B14F-4D97-AF65-F5344CB8AC3E}">
        <p14:creationId xmlns:p14="http://schemas.microsoft.com/office/powerpoint/2010/main" val="4121990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562682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Gradient">
      <a:dk1>
        <a:sysClr val="windowText" lastClr="000000"/>
      </a:dk1>
      <a:lt1>
        <a:sysClr val="window" lastClr="FFFFFF"/>
      </a:lt1>
      <a:dk2>
        <a:srgbClr val="10013F"/>
      </a:dk2>
      <a:lt2>
        <a:srgbClr val="F2F0FF"/>
      </a:lt2>
      <a:accent1>
        <a:srgbClr val="814DFF"/>
      </a:accent1>
      <a:accent2>
        <a:srgbClr val="243FFF"/>
      </a:accent2>
      <a:accent3>
        <a:srgbClr val="FF83B6"/>
      </a:accent3>
      <a:accent4>
        <a:srgbClr val="FF9022"/>
      </a:accent4>
      <a:accent5>
        <a:srgbClr val="FF1F85"/>
      </a:accent5>
      <a:accent6>
        <a:srgbClr val="1A98FF"/>
      </a:accent6>
      <a:hlink>
        <a:srgbClr val="0563C1"/>
      </a:hlink>
      <a:folHlink>
        <a:srgbClr val="954F72"/>
      </a:folHlink>
    </a:clrScheme>
    <a:fontScheme name="Univers">
      <a:majorFont>
        <a:latin typeface="Univers"/>
        <a:ea typeface=""/>
        <a:cs typeface=""/>
      </a:majorFont>
      <a:minorFont>
        <a:latin typeface="Univer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Univers" id="{D909BD3F-B240-4348-8BE3-67FDD68BA7A7}" vid="{4848699B-BB01-41E3-9EC4-3D97DFE5292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9919F73-B6C2-4A43-95E2-833EC48925F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C8E00D1-8EA3-4E42-801D-0253E1EAFC2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4A67D12-FAB5-406C-9279-3EAA5A20A61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{61A5CB0A-D3FF-4E89-B64A-8C8CBF5ED90C}tf89338750_win32</Template>
  <TotalTime>67</TotalTime>
  <Words>399</Words>
  <Application>Microsoft Office PowerPoint</Application>
  <PresentationFormat>Widescreen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Univers</vt:lpstr>
      <vt:lpstr>Custom</vt:lpstr>
      <vt:lpstr>Panel recommendation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Panel recommendation</dc:title>
  <dc:creator>221012273 - MWENZE KIBWIKA</dc:creator>
  <cp:lastModifiedBy>221012273 - MWENZE KIBWIKA</cp:lastModifiedBy>
  <cp:revision>1</cp:revision>
  <dcterms:created xsi:type="dcterms:W3CDTF">2023-09-17T21:58:34Z</dcterms:created>
  <dcterms:modified xsi:type="dcterms:W3CDTF">2023-09-17T23:06:05Z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